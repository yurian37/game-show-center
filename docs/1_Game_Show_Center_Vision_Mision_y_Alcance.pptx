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3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5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0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3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1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8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3338E-771B-4FD1-9FC6-3686EABA729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0575F-F632-4C0B-8813-54E4BC9608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7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508000" y="508000"/>
            <a:ext cx="11176000" cy="584200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28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redondeado 2"/>
          <p:cNvSpPr/>
          <p:nvPr/>
        </p:nvSpPr>
        <p:spPr>
          <a:xfrm>
            <a:off x="1016000" y="952500"/>
            <a:ext cx="3683000" cy="330200"/>
          </a:xfrm>
          <a:prstGeom prst="roundRect">
            <a:avLst/>
          </a:prstGeom>
          <a:solidFill>
            <a:srgbClr val="192037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38100" rtlCol="0" anchor="ctr"/>
          <a:lstStyle/>
          <a:p>
            <a:pPr algn="ctr"/>
            <a:r>
              <a:rPr lang="en-US" sz="950" b="1" smtClean="0">
                <a:solidFill>
                  <a:srgbClr val="6366F1"/>
                </a:solidFill>
                <a:latin typeface="Segoe UI" panose="020B0502040204020203" pitchFamily="34" charset="0"/>
              </a:rPr>
              <a:t>â˜… YONIA ENTERPRISE • EDTECH PLATFORM</a:t>
            </a:r>
            <a:endParaRPr lang="en-US" sz="95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016000" y="1498600"/>
            <a:ext cx="10160000" cy="66172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4000" b="1" smtClean="0">
                <a:solidFill>
                  <a:srgbClr val="FFFFFF"/>
                </a:solidFill>
                <a:latin typeface="Segoe UI Black" panose="020B0A02040204020203" pitchFamily="34" charset="0"/>
              </a:rPr>
              <a:t>GAME SHOW CENTER</a:t>
            </a:r>
            <a:endParaRPr lang="en-US" sz="4000" b="1">
              <a:solidFill>
                <a:srgbClr val="FFFFFF"/>
              </a:solidFill>
              <a:latin typeface="Segoe UI Black" panose="020B0A02040204020203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016000" y="24765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smtClean="0">
                <a:solidFill>
                  <a:srgbClr val="06B6D4"/>
                </a:solidFill>
                <a:latin typeface="Segoe UI Semibold" panose="020B0702040204020203" pitchFamily="34" charset="0"/>
              </a:rPr>
              <a:t>La Plataforma Integral de Gamificación Educativa y Concursos en Vivo</a:t>
            </a:r>
            <a:endParaRPr lang="en-US" sz="1600">
              <a:solidFill>
                <a:srgbClr val="06B6D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16000" y="3149600"/>
            <a:ext cx="1016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smtClean="0">
                <a:solidFill>
                  <a:srgbClr val="94A3B8"/>
                </a:solidFill>
                <a:latin typeface="Segoe UI" panose="020B0502040204020203" pitchFamily="34" charset="0"/>
              </a:rPr>
              <a:t>Transformando salones de clases, auditorios escolares y eventos institucionales en auténticos sets de concurso televisivo con tecnología web y runtime offline con Inteligencia Artificial.</a:t>
            </a:r>
            <a:endParaRPr lang="en-US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016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206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 b="1" smtClean="0">
                <a:solidFill>
                  <a:srgbClr val="6366F1"/>
                </a:solidFill>
                <a:latin typeface="Segoe UI" panose="020B0502040204020203" pitchFamily="34" charset="0"/>
              </a:rPr>
              <a:t>Ecosistema Dual</a:t>
            </a:r>
          </a:p>
          <a:p>
            <a:r>
              <a:rPr lang="en-U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Vitrina Web interactiva + Runtime de escritorio autónomo sin internet.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445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4635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A855F7"/>
                </a:solidFill>
                <a:latin typeface="Segoe UI" panose="020B0502040204020203" pitchFamily="34" charset="0"/>
              </a:rPr>
              <a:t>Impacto en el Aula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Modos 1vs1, Equipos y Battle Royale que multiplican la atención estudiantil.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7874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8064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10B981"/>
                </a:solidFill>
                <a:latin typeface="Segoe UI" panose="020B0502040204020203" pitchFamily="34" charset="0"/>
              </a:rPr>
              <a:t>IA Local &amp; RAG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Generación de trivias basada en libros escolares PDF con 0% fugas a la nube.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387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F59E0B"/>
                </a:solidFill>
                <a:latin typeface="Segoe UI" panose="020B0502040204020203" pitchFamily="34" charset="0"/>
              </a:rPr>
              <a:t>DIAGNÓSTICO EDUCATIVO</a:t>
            </a:r>
            <a:endParaRPr lang="en-US" sz="9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El Desafío de la Atención Escolar y la Conectividad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Por qué las clases tradicionales y las herramientas en la nube fallan en las instituciones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905000"/>
            <a:ext cx="2984500" cy="353943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[ 1 ]  Fatiga y Desconexión Escolar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Los estudiantes experimentan una rápida pérdida de foco ante lecciones pasivas tradicionales. Las dinámicas de concurso transforman la recepción pasiva en participación competitiva activa y saludable, aumentando el engagement de forma inmediata.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35500" y="1905000"/>
            <a:ext cx="2984500" cy="31547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[ 2 ]  Inestabilidad del Wi-Fi en Aulas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Las herramientas educativas web dependen del ancho de banda escolar, que suele colapsar en salones concurridos o zonas remotas. Una caída de red a mitad de clase o examen arruina la dinámica pedagógica por completo.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82000" y="1905000"/>
            <a:ext cx="2984500" cy="293157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[ 3 ]  La Solución Gamificada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Game Show Center ofrece una experiencia visual estilo concurso de televisión (sonido envolvente, marcadores en vivo y pulsadores) que activa la motivación intrínseca y asegura un 85%+ de atención sostenida sin depender de internet.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1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387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06B6D4"/>
                </a:solidFill>
                <a:latin typeface="Segoe UI" panose="020B0502040204020203" pitchFamily="34" charset="0"/>
              </a:rPr>
              <a:t>IDENTIDAD ESTRATÉGICA</a:t>
            </a:r>
            <a:endParaRPr lang="en-US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Misión y Visión: El Propósito de Game Show Center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Construyendo la plataforma estándar de entretenimiento formativo e interacción en vivo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63149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06B6D4"/>
                </a:solidFill>
                <a:latin typeface="Segoe UI" panose="020B0502040204020203" pitchFamily="34" charset="0"/>
              </a:rPr>
              <a:t>NUESTRA MISIÓN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Democratizar el aprendizaje activo y participativo en escuelas, colegios e instituciones mediante un ecosistema de concursos interactivos con calidad broadcast.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Convertir cualquier salón de clases o auditorio en un estudio de televisión en vivo.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Eliminar las barreras de conectividad mediante tecnología offline de latencia cero (0 ms).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Potenciar la labor docente mediante generación automática de preguntas con IA local y ética.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Fomentar la sana competencia, el trabajo colaborativo y la inclusión de todos los estudiantes.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46221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NUESTRA VISIÓN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Consolidarse como la plataforma referente de gamificación y evaluación formativa en Iberoamérica para el año 2028.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Estar presentes en más de 2,500 centros educativos, institutos y facultades universitarias.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Organizar torneos y ligas académicas inter-colegiales transmitidas en streaming profesional.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Crear un marketplace comunitario donde profesores compartan bancos curriculares certificados.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Establecer la soberanía y privacidad de datos estudiantiles (COPPA/FERPA) como estándar de oro.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49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2860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PROYECCIÓN DE FUTURO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Lo Que Se Quiere Llegar a Hacer: Objetivos Estratégicos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Hacia un ecosistema integral de entretenimiento y evaluación educativa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841500"/>
            <a:ext cx="4826000" cy="18081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1. Catálogo Modular de Minijuegos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Superar los 20 minijuegos temáticos interactivos (Trivia Quiz, Topic Takedown, Ahorcado, Ruleta, Cronología, Descifrado visual, Geografía, Matemáticas) con soporte para extensiones desarrolladas por terceros.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477000" y="1841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2. Torneos y Ligas Inter-Escolares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Plataforma de competición formal donde diferentes colegios compitan en festivales de conocimiento transmitidos en vivo con marcadores sincronizados y trofeos institucionales.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35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89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3. Asistente Pedagógico RAG Avanzado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Evolucionar el motor de IA local para que los colegios conecten planes de estudio ministeriales completos y la IA genere bancos de preguntas calibrados por grado académico y dificultad.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6223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6477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4. Marketplace Comunitario Docente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Permitir que docentes destacados publiquen sus cuestionarios especializados (Historia, Química, Literatura) y reciban regalías directamente de otros colegios.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6924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6366F1"/>
                </a:solidFill>
                <a:latin typeface="Segoe UI" panose="020B0502040204020203" pitchFamily="34" charset="0"/>
              </a:rPr>
              <a:t>ARQUITECTURA DE PRODUCTO</a:t>
            </a:r>
            <a:endParaRPr lang="en-US" sz="90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El Ecosistema Dual: Versión Web vs Versión Offline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Por qué la coexistencia de ambos mundos maximiza el alcance institucional y la estabilidad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VERSIÓN WEB (React + Tailwind)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Vitrina Digital, Acceso Universal y Monetización Abierta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Acceso Inmediato sin Instalación: Cualquier profesor o alumno explora los juegos desde cualquier navegador moderno.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Demostrador en Vivo (Play/Setup): Vitrina de conversión para interactuar antes de adquirir licencias institucionales.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Monetización Publicitaria: Integración de banners limpios (Adsterra) y espacios exclusivos para patrocinadores de marcas educativas.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Centro de Recursos y Descargas: Portal central para guías didácticas, plantillas y soporte de licencias.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VERSIÓN OFFLINE (JavaFX Standalone)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Rendimiento Broadcast, Latencia Cero e IA Privada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100% Autónomo sin Internet: El docente ejecuta el archivo .exe y nunca sufre caídas de red o retrasos en clase.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Latencia Cero (0 ms): Animaciones ultra-fluidas a 60 FPS, efectos de audio instantáneos y pulsadores sin retraso.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Motor de IA Local (RAG): Inferencia con modelos GGUF privados; lee PDFs escolares sin consumir cuotas de APIs en la nube.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Privacidad de Grado Escolar: Los datos pedagógicos y resultados de estudiantes nunca salen de la computadora del aula.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83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0828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A855F7"/>
                </a:solidFill>
                <a:latin typeface="Segoe UI" panose="020B0502040204020203" pitchFamily="34" charset="0"/>
              </a:rPr>
              <a:t>IMPACTO PEDAGÓGICO</a:t>
            </a:r>
            <a:endParaRPr lang="en-US" sz="900" b="1">
              <a:solidFill>
                <a:srgbClr val="A855F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Alcance en Escuelas y Colegios: Modalidades para el Aula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Flexibilidad total para dinámicas individuales, cooperativas y torneos en auditorios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25500" y="1841500"/>
            <a:ext cx="2222500" cy="32470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[ 1vs1 ]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Modo 1 vs 1 (Duelos)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Enfrentamiento directo entre dos estudiantes o representantes. Ideal para repasos rápidos al iniciar la clase, resolución de dudas y duelos de agilidad mental.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3429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3619500" y="1841500"/>
            <a:ext cx="2222500" cy="31239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[ EQUIPOS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Modo por Equipos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Distribuye el aula en 2 a 4 grupos cooperativos con capitanes y avatares. Promueve el debate conjunto, la co-enseñanza entre compañeros y la cohesión grupal.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223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6413500" y="1841500"/>
            <a:ext cx="2222500" cy="25699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F59E0B"/>
                </a:solidFill>
                <a:latin typeface="Segoe UI" panose="020B0502040204020203" pitchFamily="34" charset="0"/>
              </a:rPr>
              <a:t>[ FFA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Todos vs Todos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Batalla individual abierta (3 a 8 jugadores) con podio y marcador en tiempo real. Máxima emoción para ferias científicas y olimpiadas escolares.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9017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9207500" y="1841500"/>
            <a:ext cx="2222500" cy="284693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[ ROYALE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Battle Royale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Modalidad eliminatoria donde la presión del reloj y las rondas sucesivas retan a los participantes a mantenerse en pie hasta consagrarse campeones.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0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4892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06B6D4"/>
                </a:solidFill>
                <a:latin typeface="Segoe UI" panose="020B0502040204020203" pitchFamily="34" charset="0"/>
              </a:rPr>
              <a:t>VALOR PARA LOS ACTORES</a:t>
            </a:r>
            <a:endParaRPr lang="en-US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Beneficios Tangibles para Docentes, Alumnos y Directores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Cómo Game Show Center transforma la cultura escolar y los resultados académicos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63600" y="1841500"/>
            <a:ext cx="3048000" cy="20867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Para los Docentes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Ahorro de horas en planificación: la IA genera cuestionarios basados en sus libros de texto.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Evaluación formativa inmediata sin calificar tediosas pruebas en papel.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Facilidad para personalizar colores, reglas, tiempos y preguntas en JSON simple.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Control total de la disciplina a través de la motivación intrínseca del juego.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10100" y="1841500"/>
            <a:ext cx="3048000" cy="20867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Para los Estudiantes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Aumento comprobado del interés y superación de la apatía académica.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Entorno seguro donde el error es parte del juego y no un castigo numérico.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Desarrollo de habilidades blandas: trabajo en equipo, rapidez mental y liderazgo.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Sensación de estar en un show televisivo real que desata entusiasmo por aprender.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56600" y="1841500"/>
            <a:ext cx="3048000" cy="208672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Para la Institución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Modernización tecnológica visible en ferias científicas y actos cívicos escolares.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Cero costos de infraestructura en la nube o servidores dedicados costosos.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Cumplimiento absoluto de leyes de protección de datos de menores (FERPA/COPPA).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Alta satisfacción docente y mejora verificable en índices de retención curricular.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2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5908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CONCLUSIONES &amp; ALIANZAS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El Futuro del Aprendizaje Gamificado Empieza Hoy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Únete a la evolución educativa con Game Show Center y YonIA Enterprise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10922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016000" y="1905000"/>
            <a:ext cx="10160000" cy="22852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â˜… RESUMEN EJECUTIVO Y CONCLUSIONES</a:t>
            </a:r>
          </a:p>
          <a:p>
            <a:endParaRPr lang="es-ES" sz="1100" smtClean="0">
              <a:solidFill>
                <a:srgbClr val="06B6D4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Game Show Center trasciende la idea de un videojuego convencional: es una plataforma pedagógica integral diseñada para elevar la calidad educativa en toda Iberoamérica.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Sinergia Perfecta: La versión Web conecta y atrae; la versión Offline ejecuta en el aula con estabilidad indestructible y cero latencia.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Currículo Inteligente: El motor RAG lee los temarios oficiales de la institución para crear contenido pertinente en segundos.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Seguridad Garantizada: 100% libre de riesgos en la nube, garantizando que el aula siga siendo un espacio protegido para los menores.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300" b="1" smtClean="0">
                <a:solidFill>
                  <a:srgbClr val="F59E0B"/>
                </a:solidFill>
                <a:latin typeface="Segoe UI" panose="020B0502040204020203" pitchFamily="34" charset="0"/>
              </a:rPr>
              <a:t>¿Listo para transformar tu institución educativa?</a:t>
            </a:r>
          </a:p>
          <a:p>
            <a:r>
              <a:rPr lang="es-ES" sz="1100" smtClean="0">
                <a:solidFill>
                  <a:srgbClr val="FFFFFF"/>
                </a:solidFill>
                <a:latin typeface="Segoe UI" panose="020B0502040204020203" pitchFamily="34" charset="0"/>
              </a:rPr>
              <a:t>YonIA Enterprise • Correo: yoniadevs@gmail.com • Web Oficial: gameshowcenter.com</a:t>
            </a:r>
            <a:endParaRPr lang="en-US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574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PresentationFormat>Personalizado</PresentationFormat>
  <Paragraphs>147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Black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 Pc</dc:creator>
  <cp:lastModifiedBy>Administrador Pc</cp:lastModifiedBy>
  <cp:revision>1</cp:revision>
  <dcterms:created xsi:type="dcterms:W3CDTF">2026-10-12T07:19:46Z</dcterms:created>
  <dcterms:modified xsi:type="dcterms:W3CDTF">2026-10-12T07:19:46Z</dcterms:modified>
</cp:coreProperties>
</file>